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Mario Villa Lifestyle Creator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Creator-side storytelling. Agency-grade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Built to reach Millennial, Gen X &amp; Boomer consumers.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portfolio across travel, entertainment, lifestyle, and retail.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that feels natural and performs.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mario-villa-media-kit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